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56" r:id="rId5"/>
    <p:sldId id="263" r:id="rId6"/>
    <p:sldId id="262" r:id="rId7"/>
    <p:sldId id="264" r:id="rId8"/>
  </p:sldIdLst>
  <p:sldSz cx="9144000" cy="6858000" type="screen4x3"/>
  <p:notesSz cx="6794500" cy="99314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E260"/>
    <a:srgbClr val="613C8D"/>
    <a:srgbClr val="73ADA0"/>
    <a:srgbClr val="58A99F"/>
    <a:srgbClr val="3EA089"/>
    <a:srgbClr val="9DBCB0"/>
    <a:srgbClr val="62B2C4"/>
    <a:srgbClr val="75B3C0"/>
    <a:srgbClr val="79B57F"/>
    <a:srgbClr val="B52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8034E78-7F5D-4C2E-B375-FC64B27BC917}" styleName="Mørkt layou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Mørkt layou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llemlayou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llemlayout 2 - Markering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Mørkt layout 2 - Markering 5/Markering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Ingen typografi, intet git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332" autoAdjust="0"/>
    <p:restoredTop sz="86027" autoAdjust="0"/>
  </p:normalViewPr>
  <p:slideViewPr>
    <p:cSldViewPr>
      <p:cViewPr varScale="1">
        <p:scale>
          <a:sx n="108" d="100"/>
          <a:sy n="108" d="100"/>
        </p:scale>
        <p:origin x="1360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93" d="100"/>
          <a:sy n="93" d="100"/>
        </p:scale>
        <p:origin x="3726" y="78"/>
      </p:cViewPr>
      <p:guideLst>
        <p:guide orient="horz" pos="3128"/>
        <p:guide pos="2140"/>
      </p:guideLst>
    </p:cSldViewPr>
  </p:notesViewPr>
  <p:gridSpacing cx="90012" cy="90012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sz="quarter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003B2-37E0-4442-9C78-FB117A6F1863}" type="datetime1">
              <a:rPr lang="da-DK" smtClean="0"/>
              <a:t>03.03.2026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2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3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54B31C-007A-410F-BB42-8A2D3B68724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44036781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362279-CC46-5447-9128-BEED102D31B5}" type="datetime1">
              <a:rPr lang="da-DK" smtClean="0"/>
              <a:t>03.03.2026</a:t>
            </a:fld>
            <a:endParaRPr lang="da-DK"/>
          </a:p>
        </p:txBody>
      </p:sp>
      <p:sp>
        <p:nvSpPr>
          <p:cNvPr id="4" name="Pladsholder til dias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EEB5FE-4561-469F-AFBF-A10AA9A1D6C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49174626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0" y="0"/>
            <a:ext cx="9157849" cy="6857999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sp>
        <p:nvSpPr>
          <p:cNvPr id="8" name="Ellipse 7"/>
          <p:cNvSpPr/>
          <p:nvPr userDrawn="1"/>
        </p:nvSpPr>
        <p:spPr>
          <a:xfrm>
            <a:off x="5364088" y="3559785"/>
            <a:ext cx="4221545" cy="4221545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Ellipse 8"/>
          <p:cNvSpPr/>
          <p:nvPr userDrawn="1"/>
        </p:nvSpPr>
        <p:spPr>
          <a:xfrm>
            <a:off x="5586855" y="-2259632"/>
            <a:ext cx="4252626" cy="4252626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Lige forbindelse 9"/>
          <p:cNvCxnSpPr/>
          <p:nvPr userDrawn="1"/>
        </p:nvCxnSpPr>
        <p:spPr>
          <a:xfrm>
            <a:off x="755576" y="630932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318971"/>
            <a:ext cx="2448272" cy="924382"/>
          </a:xfrm>
          <a:prstGeom prst="rect">
            <a:avLst/>
          </a:prstGeom>
        </p:spPr>
      </p:pic>
      <p:sp>
        <p:nvSpPr>
          <p:cNvPr id="12" name="Ellipse 11"/>
          <p:cNvSpPr/>
          <p:nvPr userDrawn="1"/>
        </p:nvSpPr>
        <p:spPr>
          <a:xfrm>
            <a:off x="-2340768" y="0"/>
            <a:ext cx="4932548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Ellipse 12"/>
          <p:cNvSpPr/>
          <p:nvPr userDrawn="1"/>
        </p:nvSpPr>
        <p:spPr>
          <a:xfrm>
            <a:off x="5148064" y="2780928"/>
            <a:ext cx="1982724" cy="1982724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755576" y="5348808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Skriv titel på præsentation</a:t>
            </a:r>
          </a:p>
        </p:txBody>
      </p:sp>
    </p:spTree>
    <p:extLst>
      <p:ext uri="{BB962C8B-B14F-4D97-AF65-F5344CB8AC3E}">
        <p14:creationId xmlns:p14="http://schemas.microsoft.com/office/powerpoint/2010/main" val="2990196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0" y="0"/>
            <a:ext cx="9157849" cy="6857999"/>
          </a:xfrm>
          <a:prstGeom prst="rect">
            <a:avLst/>
          </a:prstGeom>
          <a:solidFill>
            <a:srgbClr val="62B2C4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sp>
        <p:nvSpPr>
          <p:cNvPr id="8" name="Ellipse 7"/>
          <p:cNvSpPr/>
          <p:nvPr userDrawn="1"/>
        </p:nvSpPr>
        <p:spPr>
          <a:xfrm>
            <a:off x="5364088" y="3559785"/>
            <a:ext cx="4221545" cy="4221545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Ellipse 8"/>
          <p:cNvSpPr/>
          <p:nvPr userDrawn="1"/>
        </p:nvSpPr>
        <p:spPr>
          <a:xfrm>
            <a:off x="5586855" y="-2259632"/>
            <a:ext cx="4252626" cy="4252626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Lige forbindelse 9"/>
          <p:cNvCxnSpPr/>
          <p:nvPr userDrawn="1"/>
        </p:nvCxnSpPr>
        <p:spPr>
          <a:xfrm>
            <a:off x="755576" y="630932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318971"/>
            <a:ext cx="2448272" cy="924382"/>
          </a:xfrm>
          <a:prstGeom prst="rect">
            <a:avLst/>
          </a:prstGeom>
        </p:spPr>
      </p:pic>
      <p:sp>
        <p:nvSpPr>
          <p:cNvPr id="12" name="Ellipse 11"/>
          <p:cNvSpPr/>
          <p:nvPr userDrawn="1"/>
        </p:nvSpPr>
        <p:spPr>
          <a:xfrm>
            <a:off x="-2340768" y="0"/>
            <a:ext cx="4932548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Ellipse 12"/>
          <p:cNvSpPr/>
          <p:nvPr userDrawn="1"/>
        </p:nvSpPr>
        <p:spPr>
          <a:xfrm>
            <a:off x="5148064" y="2780928"/>
            <a:ext cx="1982724" cy="1982724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755576" y="5348808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Skriv titel på præsentation</a:t>
            </a:r>
          </a:p>
        </p:txBody>
      </p:sp>
    </p:spTree>
    <p:extLst>
      <p:ext uri="{BB962C8B-B14F-4D97-AF65-F5344CB8AC3E}">
        <p14:creationId xmlns:p14="http://schemas.microsoft.com/office/powerpoint/2010/main" val="4000425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0" y="0"/>
            <a:ext cx="9157849" cy="6857999"/>
          </a:xfrm>
          <a:prstGeom prst="rect">
            <a:avLst/>
          </a:prstGeom>
          <a:solidFill>
            <a:srgbClr val="79B57F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sp>
        <p:nvSpPr>
          <p:cNvPr id="8" name="Ellipse 7"/>
          <p:cNvSpPr/>
          <p:nvPr userDrawn="1"/>
        </p:nvSpPr>
        <p:spPr>
          <a:xfrm>
            <a:off x="5364088" y="3559785"/>
            <a:ext cx="4221545" cy="4221545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Ellipse 8"/>
          <p:cNvSpPr/>
          <p:nvPr userDrawn="1"/>
        </p:nvSpPr>
        <p:spPr>
          <a:xfrm>
            <a:off x="5586855" y="-2259632"/>
            <a:ext cx="4252626" cy="4252626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Lige forbindelse 9"/>
          <p:cNvCxnSpPr/>
          <p:nvPr userDrawn="1"/>
        </p:nvCxnSpPr>
        <p:spPr>
          <a:xfrm>
            <a:off x="755576" y="630932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318971"/>
            <a:ext cx="2448272" cy="924382"/>
          </a:xfrm>
          <a:prstGeom prst="rect">
            <a:avLst/>
          </a:prstGeom>
        </p:spPr>
      </p:pic>
      <p:sp>
        <p:nvSpPr>
          <p:cNvPr id="12" name="Ellipse 11"/>
          <p:cNvSpPr/>
          <p:nvPr userDrawn="1"/>
        </p:nvSpPr>
        <p:spPr>
          <a:xfrm>
            <a:off x="-2340768" y="0"/>
            <a:ext cx="4932548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Ellipse 12"/>
          <p:cNvSpPr/>
          <p:nvPr userDrawn="1"/>
        </p:nvSpPr>
        <p:spPr>
          <a:xfrm>
            <a:off x="5148064" y="2780928"/>
            <a:ext cx="1982724" cy="1982724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755576" y="5348808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Skriv titel på præsentation</a:t>
            </a:r>
          </a:p>
        </p:txBody>
      </p:sp>
    </p:spTree>
    <p:extLst>
      <p:ext uri="{BB962C8B-B14F-4D97-AF65-F5344CB8AC3E}">
        <p14:creationId xmlns:p14="http://schemas.microsoft.com/office/powerpoint/2010/main" val="4000425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0" y="0"/>
            <a:ext cx="9157849" cy="6857999"/>
          </a:xfrm>
          <a:prstGeom prst="rect">
            <a:avLst/>
          </a:prstGeom>
          <a:solidFill>
            <a:srgbClr val="B52933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sp>
        <p:nvSpPr>
          <p:cNvPr id="8" name="Ellipse 7"/>
          <p:cNvSpPr/>
          <p:nvPr userDrawn="1"/>
        </p:nvSpPr>
        <p:spPr>
          <a:xfrm>
            <a:off x="5364088" y="3559785"/>
            <a:ext cx="4221545" cy="4221545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Ellipse 8"/>
          <p:cNvSpPr/>
          <p:nvPr userDrawn="1"/>
        </p:nvSpPr>
        <p:spPr>
          <a:xfrm>
            <a:off x="5586855" y="-2259632"/>
            <a:ext cx="4252626" cy="4252626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Lige forbindelse 9"/>
          <p:cNvCxnSpPr/>
          <p:nvPr userDrawn="1"/>
        </p:nvCxnSpPr>
        <p:spPr>
          <a:xfrm>
            <a:off x="755576" y="630932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318971"/>
            <a:ext cx="2448272" cy="924382"/>
          </a:xfrm>
          <a:prstGeom prst="rect">
            <a:avLst/>
          </a:prstGeom>
        </p:spPr>
      </p:pic>
      <p:sp>
        <p:nvSpPr>
          <p:cNvPr id="12" name="Ellipse 11"/>
          <p:cNvSpPr/>
          <p:nvPr userDrawn="1"/>
        </p:nvSpPr>
        <p:spPr>
          <a:xfrm>
            <a:off x="-2340768" y="0"/>
            <a:ext cx="4932548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Ellipse 12"/>
          <p:cNvSpPr/>
          <p:nvPr userDrawn="1"/>
        </p:nvSpPr>
        <p:spPr>
          <a:xfrm>
            <a:off x="5148064" y="2780928"/>
            <a:ext cx="1982724" cy="1982724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755576" y="5348808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Skriv titel på præsentation</a:t>
            </a:r>
          </a:p>
        </p:txBody>
      </p:sp>
    </p:spTree>
    <p:extLst>
      <p:ext uri="{BB962C8B-B14F-4D97-AF65-F5344CB8AC3E}">
        <p14:creationId xmlns:p14="http://schemas.microsoft.com/office/powerpoint/2010/main" val="4000425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0" y="0"/>
            <a:ext cx="9157849" cy="6857999"/>
          </a:xfrm>
          <a:prstGeom prst="rect">
            <a:avLst/>
          </a:prstGeom>
          <a:solidFill>
            <a:srgbClr val="613C8D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sp>
        <p:nvSpPr>
          <p:cNvPr id="8" name="Ellipse 7"/>
          <p:cNvSpPr/>
          <p:nvPr userDrawn="1"/>
        </p:nvSpPr>
        <p:spPr>
          <a:xfrm>
            <a:off x="5364088" y="3559785"/>
            <a:ext cx="4221545" cy="4221545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Ellipse 8"/>
          <p:cNvSpPr/>
          <p:nvPr userDrawn="1"/>
        </p:nvSpPr>
        <p:spPr>
          <a:xfrm>
            <a:off x="5586855" y="-2259632"/>
            <a:ext cx="4252626" cy="4252626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Lige forbindelse 9"/>
          <p:cNvCxnSpPr/>
          <p:nvPr userDrawn="1"/>
        </p:nvCxnSpPr>
        <p:spPr>
          <a:xfrm>
            <a:off x="755576" y="630932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318971"/>
            <a:ext cx="2448272" cy="924382"/>
          </a:xfrm>
          <a:prstGeom prst="rect">
            <a:avLst/>
          </a:prstGeom>
        </p:spPr>
      </p:pic>
      <p:sp>
        <p:nvSpPr>
          <p:cNvPr id="12" name="Ellipse 11"/>
          <p:cNvSpPr/>
          <p:nvPr userDrawn="1"/>
        </p:nvSpPr>
        <p:spPr>
          <a:xfrm>
            <a:off x="-2340768" y="0"/>
            <a:ext cx="4932548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Ellipse 12"/>
          <p:cNvSpPr/>
          <p:nvPr userDrawn="1"/>
        </p:nvSpPr>
        <p:spPr>
          <a:xfrm>
            <a:off x="5148064" y="2780928"/>
            <a:ext cx="1982724" cy="1982724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755576" y="5348808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Skriv titel på præsentation</a:t>
            </a:r>
          </a:p>
        </p:txBody>
      </p:sp>
    </p:spTree>
    <p:extLst>
      <p:ext uri="{BB962C8B-B14F-4D97-AF65-F5344CB8AC3E}">
        <p14:creationId xmlns:p14="http://schemas.microsoft.com/office/powerpoint/2010/main" val="3646149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ktangel 9"/>
          <p:cNvSpPr/>
          <p:nvPr userDrawn="1"/>
        </p:nvSpPr>
        <p:spPr>
          <a:xfrm>
            <a:off x="-4832" y="5157192"/>
            <a:ext cx="9144000" cy="1728192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cxnSp>
        <p:nvCxnSpPr>
          <p:cNvPr id="11" name="Lige forbindelse 10"/>
          <p:cNvCxnSpPr/>
          <p:nvPr userDrawn="1"/>
        </p:nvCxnSpPr>
        <p:spPr>
          <a:xfrm>
            <a:off x="755576" y="630932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lipse 7"/>
          <p:cNvSpPr/>
          <p:nvPr userDrawn="1"/>
        </p:nvSpPr>
        <p:spPr>
          <a:xfrm>
            <a:off x="2186787" y="5045655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  <p:sp>
        <p:nvSpPr>
          <p:cNvPr id="9" name="Ellipse 8"/>
          <p:cNvSpPr/>
          <p:nvPr userDrawn="1"/>
        </p:nvSpPr>
        <p:spPr>
          <a:xfrm>
            <a:off x="755576" y="5802612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755576" y="5348808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Skriv titel på præsentation</a:t>
            </a:r>
          </a:p>
        </p:txBody>
      </p:sp>
    </p:spTree>
    <p:extLst>
      <p:ext uri="{BB962C8B-B14F-4D97-AF65-F5344CB8AC3E}">
        <p14:creationId xmlns:p14="http://schemas.microsoft.com/office/powerpoint/2010/main" val="1398211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dsholder til billede 2"/>
          <p:cNvSpPr>
            <a:spLocks noGrp="1"/>
          </p:cNvSpPr>
          <p:nvPr>
            <p:ph type="pic" idx="10"/>
          </p:nvPr>
        </p:nvSpPr>
        <p:spPr>
          <a:xfrm>
            <a:off x="0" y="0"/>
            <a:ext cx="9144000" cy="685799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7" name="Rektangel 6"/>
          <p:cNvSpPr/>
          <p:nvPr userDrawn="1"/>
        </p:nvSpPr>
        <p:spPr>
          <a:xfrm>
            <a:off x="0" y="5157192"/>
            <a:ext cx="9157849" cy="1700807"/>
          </a:xfrm>
          <a:prstGeom prst="rect">
            <a:avLst/>
          </a:prstGeom>
          <a:solidFill>
            <a:srgbClr val="62B2C4">
              <a:alpha val="84706"/>
            </a:srgb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cxnSp>
        <p:nvCxnSpPr>
          <p:cNvPr id="11" name="Lige forbindelse 10"/>
          <p:cNvCxnSpPr/>
          <p:nvPr userDrawn="1"/>
        </p:nvCxnSpPr>
        <p:spPr>
          <a:xfrm>
            <a:off x="755576" y="630932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lipse 7"/>
          <p:cNvSpPr/>
          <p:nvPr userDrawn="1"/>
        </p:nvSpPr>
        <p:spPr>
          <a:xfrm>
            <a:off x="2186787" y="5045655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  <p:sp>
        <p:nvSpPr>
          <p:cNvPr id="9" name="Ellipse 8"/>
          <p:cNvSpPr/>
          <p:nvPr userDrawn="1"/>
        </p:nvSpPr>
        <p:spPr>
          <a:xfrm>
            <a:off x="755576" y="5802612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755576" y="5348808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Skriv titel på præsentation</a:t>
            </a:r>
          </a:p>
        </p:txBody>
      </p:sp>
    </p:spTree>
    <p:extLst>
      <p:ext uri="{BB962C8B-B14F-4D97-AF65-F5344CB8AC3E}">
        <p14:creationId xmlns:p14="http://schemas.microsoft.com/office/powerpoint/2010/main" val="2703431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dsholder til billede 2"/>
          <p:cNvSpPr>
            <a:spLocks noGrp="1"/>
          </p:cNvSpPr>
          <p:nvPr>
            <p:ph type="pic" idx="10"/>
          </p:nvPr>
        </p:nvSpPr>
        <p:spPr>
          <a:xfrm>
            <a:off x="0" y="0"/>
            <a:ext cx="9144000" cy="685799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7" name="Rektangel 6"/>
          <p:cNvSpPr/>
          <p:nvPr userDrawn="1"/>
        </p:nvSpPr>
        <p:spPr>
          <a:xfrm>
            <a:off x="0" y="5157192"/>
            <a:ext cx="9157849" cy="1700807"/>
          </a:xfrm>
          <a:prstGeom prst="rect">
            <a:avLst/>
          </a:prstGeom>
          <a:solidFill>
            <a:srgbClr val="79B57F">
              <a:alpha val="85000"/>
            </a:srgb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cxnSp>
        <p:nvCxnSpPr>
          <p:cNvPr id="11" name="Lige forbindelse 10"/>
          <p:cNvCxnSpPr/>
          <p:nvPr userDrawn="1"/>
        </p:nvCxnSpPr>
        <p:spPr>
          <a:xfrm>
            <a:off x="755576" y="630932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lipse 7"/>
          <p:cNvSpPr/>
          <p:nvPr userDrawn="1"/>
        </p:nvSpPr>
        <p:spPr>
          <a:xfrm>
            <a:off x="2186787" y="5045655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  <p:sp>
        <p:nvSpPr>
          <p:cNvPr id="9" name="Ellipse 8"/>
          <p:cNvSpPr/>
          <p:nvPr userDrawn="1"/>
        </p:nvSpPr>
        <p:spPr>
          <a:xfrm>
            <a:off x="755576" y="5802612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755576" y="5348808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Skriv titel på præsentation</a:t>
            </a:r>
          </a:p>
        </p:txBody>
      </p:sp>
    </p:spTree>
    <p:extLst>
      <p:ext uri="{BB962C8B-B14F-4D97-AF65-F5344CB8AC3E}">
        <p14:creationId xmlns:p14="http://schemas.microsoft.com/office/powerpoint/2010/main" val="1869246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dsholder til billede 2"/>
          <p:cNvSpPr>
            <a:spLocks noGrp="1"/>
          </p:cNvSpPr>
          <p:nvPr>
            <p:ph type="pic" idx="10"/>
          </p:nvPr>
        </p:nvSpPr>
        <p:spPr>
          <a:xfrm>
            <a:off x="0" y="0"/>
            <a:ext cx="9144000" cy="685799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7" name="Rektangel 6"/>
          <p:cNvSpPr/>
          <p:nvPr userDrawn="1"/>
        </p:nvSpPr>
        <p:spPr>
          <a:xfrm>
            <a:off x="0" y="5157192"/>
            <a:ext cx="9157849" cy="1700807"/>
          </a:xfrm>
          <a:prstGeom prst="rect">
            <a:avLst/>
          </a:prstGeom>
          <a:solidFill>
            <a:srgbClr val="B52933">
              <a:alpha val="85000"/>
            </a:srgb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cxnSp>
        <p:nvCxnSpPr>
          <p:cNvPr id="11" name="Lige forbindelse 10"/>
          <p:cNvCxnSpPr/>
          <p:nvPr userDrawn="1"/>
        </p:nvCxnSpPr>
        <p:spPr>
          <a:xfrm>
            <a:off x="755576" y="630932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lipse 7"/>
          <p:cNvSpPr/>
          <p:nvPr userDrawn="1"/>
        </p:nvSpPr>
        <p:spPr>
          <a:xfrm>
            <a:off x="2186787" y="5045655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  <p:sp>
        <p:nvSpPr>
          <p:cNvPr id="9" name="Ellipse 8"/>
          <p:cNvSpPr/>
          <p:nvPr userDrawn="1"/>
        </p:nvSpPr>
        <p:spPr>
          <a:xfrm>
            <a:off x="755576" y="5802612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755576" y="5348808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Skriv titel på præsentation</a:t>
            </a:r>
          </a:p>
        </p:txBody>
      </p:sp>
    </p:spTree>
    <p:extLst>
      <p:ext uri="{BB962C8B-B14F-4D97-AF65-F5344CB8AC3E}">
        <p14:creationId xmlns:p14="http://schemas.microsoft.com/office/powerpoint/2010/main" val="3641031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dsholder til billede 2"/>
          <p:cNvSpPr>
            <a:spLocks noGrp="1"/>
          </p:cNvSpPr>
          <p:nvPr>
            <p:ph type="pic" idx="10"/>
          </p:nvPr>
        </p:nvSpPr>
        <p:spPr>
          <a:xfrm>
            <a:off x="0" y="0"/>
            <a:ext cx="9144000" cy="685799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7" name="Rektangel 6"/>
          <p:cNvSpPr/>
          <p:nvPr userDrawn="1"/>
        </p:nvSpPr>
        <p:spPr>
          <a:xfrm>
            <a:off x="0" y="5157192"/>
            <a:ext cx="9157849" cy="1700807"/>
          </a:xfrm>
          <a:prstGeom prst="rect">
            <a:avLst/>
          </a:prstGeom>
          <a:solidFill>
            <a:srgbClr val="613C8D">
              <a:alpha val="85000"/>
            </a:srgb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cxnSp>
        <p:nvCxnSpPr>
          <p:cNvPr id="11" name="Lige forbindelse 10"/>
          <p:cNvCxnSpPr/>
          <p:nvPr userDrawn="1"/>
        </p:nvCxnSpPr>
        <p:spPr>
          <a:xfrm>
            <a:off x="755576" y="630932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lipse 7"/>
          <p:cNvSpPr/>
          <p:nvPr userDrawn="1"/>
        </p:nvSpPr>
        <p:spPr>
          <a:xfrm>
            <a:off x="2186787" y="5045655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  <p:sp>
        <p:nvSpPr>
          <p:cNvPr id="9" name="Ellipse 8"/>
          <p:cNvSpPr/>
          <p:nvPr userDrawn="1"/>
        </p:nvSpPr>
        <p:spPr>
          <a:xfrm>
            <a:off x="755576" y="5802612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755576" y="5348808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Skriv titel på præsentation</a:t>
            </a:r>
          </a:p>
        </p:txBody>
      </p:sp>
    </p:spTree>
    <p:extLst>
      <p:ext uri="{BB962C8B-B14F-4D97-AF65-F5344CB8AC3E}">
        <p14:creationId xmlns:p14="http://schemas.microsoft.com/office/powerpoint/2010/main" val="3197793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ktangel 10"/>
          <p:cNvSpPr/>
          <p:nvPr userDrawn="1"/>
        </p:nvSpPr>
        <p:spPr>
          <a:xfrm>
            <a:off x="-4832" y="0"/>
            <a:ext cx="9144000" cy="6885384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8" name="Ellipse 7"/>
          <p:cNvSpPr/>
          <p:nvPr userDrawn="1"/>
        </p:nvSpPr>
        <p:spPr>
          <a:xfrm>
            <a:off x="1259632" y="4293095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Ellipse 11"/>
          <p:cNvSpPr/>
          <p:nvPr userDrawn="1"/>
        </p:nvSpPr>
        <p:spPr>
          <a:xfrm>
            <a:off x="2112650" y="962725"/>
            <a:ext cx="4932548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Lige forbindelse 9"/>
          <p:cNvCxnSpPr/>
          <p:nvPr userDrawn="1"/>
        </p:nvCxnSpPr>
        <p:spPr>
          <a:xfrm>
            <a:off x="3203848" y="378904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-5144" y="2924944"/>
            <a:ext cx="9140262" cy="720080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Overskrift eller kapitel</a:t>
            </a:r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314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0" y="0"/>
            <a:ext cx="9157849" cy="6857999"/>
          </a:xfrm>
          <a:prstGeom prst="rect">
            <a:avLst/>
          </a:prstGeom>
          <a:solidFill>
            <a:srgbClr val="62B2C4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sp>
        <p:nvSpPr>
          <p:cNvPr id="8" name="Ellipse 7"/>
          <p:cNvSpPr/>
          <p:nvPr userDrawn="1"/>
        </p:nvSpPr>
        <p:spPr>
          <a:xfrm>
            <a:off x="1259632" y="4293095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Ellipse 11"/>
          <p:cNvSpPr/>
          <p:nvPr userDrawn="1"/>
        </p:nvSpPr>
        <p:spPr>
          <a:xfrm>
            <a:off x="2112650" y="962725"/>
            <a:ext cx="4932548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Lige forbindelse 9"/>
          <p:cNvCxnSpPr/>
          <p:nvPr userDrawn="1"/>
        </p:nvCxnSpPr>
        <p:spPr>
          <a:xfrm>
            <a:off x="3203848" y="378904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-5144" y="2924944"/>
            <a:ext cx="9140262" cy="7200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Overskrift eller kapitel</a:t>
            </a:r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4720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0" y="0"/>
            <a:ext cx="9157849" cy="6857999"/>
          </a:xfrm>
          <a:prstGeom prst="rect">
            <a:avLst/>
          </a:prstGeom>
          <a:solidFill>
            <a:srgbClr val="79B57F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sp>
        <p:nvSpPr>
          <p:cNvPr id="8" name="Ellipse 7"/>
          <p:cNvSpPr/>
          <p:nvPr userDrawn="1"/>
        </p:nvSpPr>
        <p:spPr>
          <a:xfrm>
            <a:off x="1259632" y="4293095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Ellipse 11"/>
          <p:cNvSpPr/>
          <p:nvPr userDrawn="1"/>
        </p:nvSpPr>
        <p:spPr>
          <a:xfrm>
            <a:off x="2112650" y="962725"/>
            <a:ext cx="4932548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Lige forbindelse 9"/>
          <p:cNvCxnSpPr/>
          <p:nvPr userDrawn="1"/>
        </p:nvCxnSpPr>
        <p:spPr>
          <a:xfrm>
            <a:off x="3203848" y="378904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-5144" y="2924944"/>
            <a:ext cx="9140262" cy="7200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Overskrift eller kapitel</a:t>
            </a:r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5168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0" y="0"/>
            <a:ext cx="9157849" cy="6857999"/>
          </a:xfrm>
          <a:prstGeom prst="rect">
            <a:avLst/>
          </a:prstGeom>
          <a:solidFill>
            <a:srgbClr val="B52933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sp>
        <p:nvSpPr>
          <p:cNvPr id="8" name="Ellipse 7"/>
          <p:cNvSpPr/>
          <p:nvPr userDrawn="1"/>
        </p:nvSpPr>
        <p:spPr>
          <a:xfrm>
            <a:off x="1259632" y="4293095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Ellipse 11"/>
          <p:cNvSpPr/>
          <p:nvPr userDrawn="1"/>
        </p:nvSpPr>
        <p:spPr>
          <a:xfrm>
            <a:off x="2112650" y="962725"/>
            <a:ext cx="4932548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Lige forbindelse 9"/>
          <p:cNvCxnSpPr/>
          <p:nvPr userDrawn="1"/>
        </p:nvCxnSpPr>
        <p:spPr>
          <a:xfrm>
            <a:off x="3203848" y="378904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-5144" y="2924944"/>
            <a:ext cx="9140262" cy="7200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Overskrift eller kapitel</a:t>
            </a:r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871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/>
          <p:cNvSpPr/>
          <p:nvPr userDrawn="1"/>
        </p:nvSpPr>
        <p:spPr>
          <a:xfrm>
            <a:off x="0" y="0"/>
            <a:ext cx="9157849" cy="6857999"/>
          </a:xfrm>
          <a:prstGeom prst="rect">
            <a:avLst/>
          </a:prstGeom>
          <a:solidFill>
            <a:srgbClr val="613C8D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                        </a:t>
            </a:r>
          </a:p>
        </p:txBody>
      </p:sp>
      <p:sp>
        <p:nvSpPr>
          <p:cNvPr id="8" name="Ellipse 7"/>
          <p:cNvSpPr/>
          <p:nvPr userDrawn="1"/>
        </p:nvSpPr>
        <p:spPr>
          <a:xfrm>
            <a:off x="1259632" y="4293095"/>
            <a:ext cx="2110772" cy="2110773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Ellipse 11"/>
          <p:cNvSpPr/>
          <p:nvPr userDrawn="1"/>
        </p:nvSpPr>
        <p:spPr>
          <a:xfrm>
            <a:off x="2112650" y="962725"/>
            <a:ext cx="4932548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cxnSp>
        <p:nvCxnSpPr>
          <p:cNvPr id="10" name="Lige forbindelse 9"/>
          <p:cNvCxnSpPr/>
          <p:nvPr userDrawn="1"/>
        </p:nvCxnSpPr>
        <p:spPr>
          <a:xfrm>
            <a:off x="3203848" y="3789040"/>
            <a:ext cx="2736304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-5144" y="2924944"/>
            <a:ext cx="9140262" cy="720080"/>
          </a:xfr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 dirty="0"/>
              <a:t>Overskrift eller kapitel</a:t>
            </a:r>
          </a:p>
          <a:p>
            <a:endParaRPr lang="da-DK" dirty="0"/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8765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971520" y="1718773"/>
            <a:ext cx="3420456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cxnSp>
        <p:nvCxnSpPr>
          <p:cNvPr id="15" name="Lige forbindelse 14"/>
          <p:cNvCxnSpPr/>
          <p:nvPr userDrawn="1"/>
        </p:nvCxnSpPr>
        <p:spPr>
          <a:xfrm>
            <a:off x="971520" y="1448736"/>
            <a:ext cx="72009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Pladsholder til indhold 2"/>
          <p:cNvSpPr>
            <a:spLocks noGrp="1"/>
          </p:cNvSpPr>
          <p:nvPr>
            <p:ph sz="half" idx="13" hasCustomPrompt="1"/>
          </p:nvPr>
        </p:nvSpPr>
        <p:spPr>
          <a:xfrm>
            <a:off x="4752024" y="1718772"/>
            <a:ext cx="3420456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pic>
        <p:nvPicPr>
          <p:cNvPr id="16" name="Billed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13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62B2C4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9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20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971520" y="1718773"/>
            <a:ext cx="3420456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cxnSp>
        <p:nvCxnSpPr>
          <p:cNvPr id="21" name="Lige forbindelse 20"/>
          <p:cNvCxnSpPr/>
          <p:nvPr userDrawn="1"/>
        </p:nvCxnSpPr>
        <p:spPr>
          <a:xfrm>
            <a:off x="971520" y="1448736"/>
            <a:ext cx="72009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Pladsholder til indhold 2"/>
          <p:cNvSpPr>
            <a:spLocks noGrp="1"/>
          </p:cNvSpPr>
          <p:nvPr>
            <p:ph sz="half" idx="13" hasCustomPrompt="1"/>
          </p:nvPr>
        </p:nvSpPr>
        <p:spPr>
          <a:xfrm>
            <a:off x="4752024" y="1718772"/>
            <a:ext cx="3420456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3787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79B57F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9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20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971520" y="1718773"/>
            <a:ext cx="3420456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cxnSp>
        <p:nvCxnSpPr>
          <p:cNvPr id="21" name="Lige forbindelse 20"/>
          <p:cNvCxnSpPr/>
          <p:nvPr userDrawn="1"/>
        </p:nvCxnSpPr>
        <p:spPr>
          <a:xfrm>
            <a:off x="971520" y="1448736"/>
            <a:ext cx="72009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Pladsholder til indhold 2"/>
          <p:cNvSpPr>
            <a:spLocks noGrp="1"/>
          </p:cNvSpPr>
          <p:nvPr>
            <p:ph sz="half" idx="13" hasCustomPrompt="1"/>
          </p:nvPr>
        </p:nvSpPr>
        <p:spPr>
          <a:xfrm>
            <a:off x="4752024" y="1718772"/>
            <a:ext cx="3420456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1473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B52933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16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971520" y="1718773"/>
            <a:ext cx="3420456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cxnSp>
        <p:nvCxnSpPr>
          <p:cNvPr id="17" name="Lige forbindelse 16"/>
          <p:cNvCxnSpPr/>
          <p:nvPr userDrawn="1"/>
        </p:nvCxnSpPr>
        <p:spPr>
          <a:xfrm>
            <a:off x="971520" y="1448736"/>
            <a:ext cx="72009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ladsholder til indhold 2"/>
          <p:cNvSpPr>
            <a:spLocks noGrp="1"/>
          </p:cNvSpPr>
          <p:nvPr>
            <p:ph sz="half" idx="13" hasCustomPrompt="1"/>
          </p:nvPr>
        </p:nvSpPr>
        <p:spPr>
          <a:xfrm>
            <a:off x="4752024" y="1718772"/>
            <a:ext cx="3420456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pic>
        <p:nvPicPr>
          <p:cNvPr id="19" name="Billed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3787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613C8D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16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971520" y="1718773"/>
            <a:ext cx="3420456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cxnSp>
        <p:nvCxnSpPr>
          <p:cNvPr id="17" name="Lige forbindelse 16"/>
          <p:cNvCxnSpPr/>
          <p:nvPr userDrawn="1"/>
        </p:nvCxnSpPr>
        <p:spPr>
          <a:xfrm>
            <a:off x="971520" y="1448736"/>
            <a:ext cx="72009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ladsholder til indhold 2"/>
          <p:cNvSpPr>
            <a:spLocks noGrp="1"/>
          </p:cNvSpPr>
          <p:nvPr>
            <p:ph sz="half" idx="14" hasCustomPrompt="1"/>
          </p:nvPr>
        </p:nvSpPr>
        <p:spPr>
          <a:xfrm>
            <a:off x="4752024" y="1718772"/>
            <a:ext cx="3420456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pic>
        <p:nvPicPr>
          <p:cNvPr id="19" name="Billed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3787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16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971520" y="1718773"/>
            <a:ext cx="7200960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cxnSp>
        <p:nvCxnSpPr>
          <p:cNvPr id="17" name="Lige forbindelse 16"/>
          <p:cNvCxnSpPr/>
          <p:nvPr userDrawn="1"/>
        </p:nvCxnSpPr>
        <p:spPr>
          <a:xfrm>
            <a:off x="971520" y="1448736"/>
            <a:ext cx="72009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Billed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0136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79B57F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16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971520" y="1718773"/>
            <a:ext cx="7200960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cxnSp>
        <p:nvCxnSpPr>
          <p:cNvPr id="17" name="Lige forbindelse 16"/>
          <p:cNvCxnSpPr/>
          <p:nvPr userDrawn="1"/>
        </p:nvCxnSpPr>
        <p:spPr>
          <a:xfrm>
            <a:off x="971520" y="1448736"/>
            <a:ext cx="72009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Billed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5724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62B2C4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16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971520" y="1718773"/>
            <a:ext cx="7200960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cxnSp>
        <p:nvCxnSpPr>
          <p:cNvPr id="17" name="Lige forbindelse 16"/>
          <p:cNvCxnSpPr/>
          <p:nvPr userDrawn="1"/>
        </p:nvCxnSpPr>
        <p:spPr>
          <a:xfrm>
            <a:off x="971520" y="1448736"/>
            <a:ext cx="72009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Billed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5724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B52933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16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971520" y="1718773"/>
            <a:ext cx="7200960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cxnSp>
        <p:nvCxnSpPr>
          <p:cNvPr id="17" name="Lige forbindelse 16"/>
          <p:cNvCxnSpPr/>
          <p:nvPr userDrawn="1"/>
        </p:nvCxnSpPr>
        <p:spPr>
          <a:xfrm>
            <a:off x="971520" y="1448736"/>
            <a:ext cx="72009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Billed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5724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613C8D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16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971520" y="1718773"/>
            <a:ext cx="7200960" cy="39605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</a:t>
            </a:r>
            <a:r>
              <a:rPr lang="da-DK" dirty="0" err="1"/>
              <a:t>redige</a:t>
            </a:r>
            <a:r>
              <a:rPr lang="da-DK" dirty="0"/>
              <a:t>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cxnSp>
        <p:nvCxnSpPr>
          <p:cNvPr id="17" name="Lige forbindelse 16"/>
          <p:cNvCxnSpPr/>
          <p:nvPr userDrawn="1"/>
        </p:nvCxnSpPr>
        <p:spPr>
          <a:xfrm>
            <a:off x="971520" y="1448736"/>
            <a:ext cx="72009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Billed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5724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graphicFrame>
        <p:nvGraphicFramePr>
          <p:cNvPr id="3" name="Tabel 2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11509234"/>
              </p:ext>
            </p:extLst>
          </p:nvPr>
        </p:nvGraphicFramePr>
        <p:xfrm>
          <a:off x="971520" y="2168832"/>
          <a:ext cx="7176144" cy="2194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9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48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4498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79B57F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graphicFrame>
        <p:nvGraphicFramePr>
          <p:cNvPr id="3" name="Tabel 2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59368496"/>
              </p:ext>
            </p:extLst>
          </p:nvPr>
        </p:nvGraphicFramePr>
        <p:xfrm>
          <a:off x="971520" y="2168832"/>
          <a:ext cx="7176144" cy="2194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9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48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3917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62B2C4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graphicFrame>
        <p:nvGraphicFramePr>
          <p:cNvPr id="3" name="Tabel 2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59368496"/>
              </p:ext>
            </p:extLst>
          </p:nvPr>
        </p:nvGraphicFramePr>
        <p:xfrm>
          <a:off x="971520" y="2168832"/>
          <a:ext cx="7176144" cy="2194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9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48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3917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B52933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graphicFrame>
        <p:nvGraphicFramePr>
          <p:cNvPr id="3" name="Tabel 2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59368496"/>
              </p:ext>
            </p:extLst>
          </p:nvPr>
        </p:nvGraphicFramePr>
        <p:xfrm>
          <a:off x="971520" y="2168832"/>
          <a:ext cx="7176144" cy="2194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9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48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39177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613C8D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/>
          </p:nvPr>
        </p:nvSpPr>
        <p:spPr>
          <a:xfrm>
            <a:off x="971520" y="548616"/>
            <a:ext cx="7200960" cy="900120"/>
          </a:xfrm>
        </p:spPr>
        <p:txBody>
          <a:bodyPr/>
          <a:lstStyle>
            <a:lvl1pPr algn="l">
              <a:defRPr/>
            </a:lvl1pPr>
          </a:lstStyle>
          <a:p>
            <a:r>
              <a:rPr lang="da-DK" dirty="0"/>
              <a:t>Klik for at redigere i master</a:t>
            </a:r>
          </a:p>
        </p:txBody>
      </p:sp>
      <p:graphicFrame>
        <p:nvGraphicFramePr>
          <p:cNvPr id="3" name="Tabel 2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40816170"/>
              </p:ext>
            </p:extLst>
          </p:nvPr>
        </p:nvGraphicFramePr>
        <p:xfrm>
          <a:off x="971520" y="2168832"/>
          <a:ext cx="7176144" cy="2194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9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48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48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0167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8" name="Pladsholder til indhold 2"/>
          <p:cNvSpPr>
            <a:spLocks noGrp="1"/>
          </p:cNvSpPr>
          <p:nvPr>
            <p:ph idx="18"/>
          </p:nvPr>
        </p:nvSpPr>
        <p:spPr>
          <a:xfrm>
            <a:off x="2185392" y="260648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19" name="Pladsholder til indhold 2"/>
          <p:cNvSpPr>
            <a:spLocks noGrp="1"/>
          </p:cNvSpPr>
          <p:nvPr>
            <p:ph idx="20"/>
          </p:nvPr>
        </p:nvSpPr>
        <p:spPr>
          <a:xfrm>
            <a:off x="2195736" y="2150900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20" name="Pladsholder til indhold 2"/>
          <p:cNvSpPr>
            <a:spLocks noGrp="1"/>
          </p:cNvSpPr>
          <p:nvPr>
            <p:ph idx="22"/>
          </p:nvPr>
        </p:nvSpPr>
        <p:spPr>
          <a:xfrm>
            <a:off x="2223858" y="4077104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22" name="Pladsholder til billede 2"/>
          <p:cNvSpPr>
            <a:spLocks noGrp="1"/>
          </p:cNvSpPr>
          <p:nvPr>
            <p:ph type="pic" idx="1"/>
          </p:nvPr>
        </p:nvSpPr>
        <p:spPr>
          <a:xfrm>
            <a:off x="431448" y="260648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23" name="Pladsholder til billede 2"/>
          <p:cNvSpPr>
            <a:spLocks noGrp="1"/>
          </p:cNvSpPr>
          <p:nvPr>
            <p:ph type="pic" idx="19"/>
          </p:nvPr>
        </p:nvSpPr>
        <p:spPr>
          <a:xfrm>
            <a:off x="441792" y="2150900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24" name="Pladsholder til billede 2"/>
          <p:cNvSpPr>
            <a:spLocks noGrp="1"/>
          </p:cNvSpPr>
          <p:nvPr>
            <p:ph type="pic" idx="21"/>
          </p:nvPr>
        </p:nvSpPr>
        <p:spPr>
          <a:xfrm>
            <a:off x="469914" y="4077104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pic>
        <p:nvPicPr>
          <p:cNvPr id="21" name="Billed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683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53A1B1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8" name="Pladsholder til indhold 2"/>
          <p:cNvSpPr>
            <a:spLocks noGrp="1"/>
          </p:cNvSpPr>
          <p:nvPr>
            <p:ph idx="18"/>
          </p:nvPr>
        </p:nvSpPr>
        <p:spPr>
          <a:xfrm>
            <a:off x="2185392" y="260648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19" name="Pladsholder til indhold 2"/>
          <p:cNvSpPr>
            <a:spLocks noGrp="1"/>
          </p:cNvSpPr>
          <p:nvPr>
            <p:ph idx="20"/>
          </p:nvPr>
        </p:nvSpPr>
        <p:spPr>
          <a:xfrm>
            <a:off x="2195736" y="2150900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20" name="Pladsholder til indhold 2"/>
          <p:cNvSpPr>
            <a:spLocks noGrp="1"/>
          </p:cNvSpPr>
          <p:nvPr>
            <p:ph idx="22"/>
          </p:nvPr>
        </p:nvSpPr>
        <p:spPr>
          <a:xfrm>
            <a:off x="2223858" y="4077104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22" name="Pladsholder til billede 2"/>
          <p:cNvSpPr>
            <a:spLocks noGrp="1"/>
          </p:cNvSpPr>
          <p:nvPr>
            <p:ph type="pic" idx="1"/>
          </p:nvPr>
        </p:nvSpPr>
        <p:spPr>
          <a:xfrm>
            <a:off x="431448" y="260648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23" name="Pladsholder til billede 2"/>
          <p:cNvSpPr>
            <a:spLocks noGrp="1"/>
          </p:cNvSpPr>
          <p:nvPr>
            <p:ph type="pic" idx="19"/>
          </p:nvPr>
        </p:nvSpPr>
        <p:spPr>
          <a:xfrm>
            <a:off x="441792" y="2150900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24" name="Pladsholder til billede 2"/>
          <p:cNvSpPr>
            <a:spLocks noGrp="1"/>
          </p:cNvSpPr>
          <p:nvPr>
            <p:ph type="pic" idx="21"/>
          </p:nvPr>
        </p:nvSpPr>
        <p:spPr>
          <a:xfrm>
            <a:off x="469914" y="4077104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pic>
        <p:nvPicPr>
          <p:cNvPr id="21" name="Billed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8169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79B57F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8" name="Pladsholder til indhold 2"/>
          <p:cNvSpPr>
            <a:spLocks noGrp="1"/>
          </p:cNvSpPr>
          <p:nvPr>
            <p:ph idx="18"/>
          </p:nvPr>
        </p:nvSpPr>
        <p:spPr>
          <a:xfrm>
            <a:off x="2185392" y="260648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19" name="Pladsholder til indhold 2"/>
          <p:cNvSpPr>
            <a:spLocks noGrp="1"/>
          </p:cNvSpPr>
          <p:nvPr>
            <p:ph idx="20"/>
          </p:nvPr>
        </p:nvSpPr>
        <p:spPr>
          <a:xfrm>
            <a:off x="2195736" y="2150900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20" name="Pladsholder til indhold 2"/>
          <p:cNvSpPr>
            <a:spLocks noGrp="1"/>
          </p:cNvSpPr>
          <p:nvPr>
            <p:ph idx="22"/>
          </p:nvPr>
        </p:nvSpPr>
        <p:spPr>
          <a:xfrm>
            <a:off x="2223858" y="4077104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22" name="Pladsholder til billede 2"/>
          <p:cNvSpPr>
            <a:spLocks noGrp="1"/>
          </p:cNvSpPr>
          <p:nvPr>
            <p:ph type="pic" idx="1"/>
          </p:nvPr>
        </p:nvSpPr>
        <p:spPr>
          <a:xfrm>
            <a:off x="431448" y="260648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23" name="Pladsholder til billede 2"/>
          <p:cNvSpPr>
            <a:spLocks noGrp="1"/>
          </p:cNvSpPr>
          <p:nvPr>
            <p:ph type="pic" idx="19"/>
          </p:nvPr>
        </p:nvSpPr>
        <p:spPr>
          <a:xfrm>
            <a:off x="441792" y="2150900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24" name="Pladsholder til billede 2"/>
          <p:cNvSpPr>
            <a:spLocks noGrp="1"/>
          </p:cNvSpPr>
          <p:nvPr>
            <p:ph type="pic" idx="21"/>
          </p:nvPr>
        </p:nvSpPr>
        <p:spPr>
          <a:xfrm>
            <a:off x="469914" y="4077104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pic>
        <p:nvPicPr>
          <p:cNvPr id="21" name="Billed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81692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B52933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18" name="Pladsholder til indhold 2"/>
          <p:cNvSpPr>
            <a:spLocks noGrp="1"/>
          </p:cNvSpPr>
          <p:nvPr>
            <p:ph idx="18"/>
          </p:nvPr>
        </p:nvSpPr>
        <p:spPr>
          <a:xfrm>
            <a:off x="2185392" y="260648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19" name="Pladsholder til indhold 2"/>
          <p:cNvSpPr>
            <a:spLocks noGrp="1"/>
          </p:cNvSpPr>
          <p:nvPr>
            <p:ph idx="20"/>
          </p:nvPr>
        </p:nvSpPr>
        <p:spPr>
          <a:xfrm>
            <a:off x="2195736" y="2150900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20" name="Pladsholder til indhold 2"/>
          <p:cNvSpPr>
            <a:spLocks noGrp="1"/>
          </p:cNvSpPr>
          <p:nvPr>
            <p:ph idx="22"/>
          </p:nvPr>
        </p:nvSpPr>
        <p:spPr>
          <a:xfrm>
            <a:off x="2223858" y="4077104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22" name="Pladsholder til billede 2"/>
          <p:cNvSpPr>
            <a:spLocks noGrp="1"/>
          </p:cNvSpPr>
          <p:nvPr>
            <p:ph type="pic" idx="1"/>
          </p:nvPr>
        </p:nvSpPr>
        <p:spPr>
          <a:xfrm>
            <a:off x="431448" y="260648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23" name="Pladsholder til billede 2"/>
          <p:cNvSpPr>
            <a:spLocks noGrp="1"/>
          </p:cNvSpPr>
          <p:nvPr>
            <p:ph type="pic" idx="19"/>
          </p:nvPr>
        </p:nvSpPr>
        <p:spPr>
          <a:xfrm>
            <a:off x="441792" y="2150900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24" name="Pladsholder til billede 2"/>
          <p:cNvSpPr>
            <a:spLocks noGrp="1"/>
          </p:cNvSpPr>
          <p:nvPr>
            <p:ph type="pic" idx="21"/>
          </p:nvPr>
        </p:nvSpPr>
        <p:spPr>
          <a:xfrm>
            <a:off x="469914" y="4077104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pic>
        <p:nvPicPr>
          <p:cNvPr id="21" name="Billed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81692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431448" y="260648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613C8D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sp>
        <p:nvSpPr>
          <p:cNvPr id="22" name="Pladsholder til indhold 2"/>
          <p:cNvSpPr>
            <a:spLocks noGrp="1"/>
          </p:cNvSpPr>
          <p:nvPr>
            <p:ph idx="18"/>
          </p:nvPr>
        </p:nvSpPr>
        <p:spPr>
          <a:xfrm>
            <a:off x="2185392" y="260648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21" name="Pladsholder til billede 2"/>
          <p:cNvSpPr>
            <a:spLocks noGrp="1"/>
          </p:cNvSpPr>
          <p:nvPr>
            <p:ph type="pic" idx="19"/>
          </p:nvPr>
        </p:nvSpPr>
        <p:spPr>
          <a:xfrm>
            <a:off x="441792" y="2150900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25" name="Pladsholder til indhold 2"/>
          <p:cNvSpPr>
            <a:spLocks noGrp="1"/>
          </p:cNvSpPr>
          <p:nvPr>
            <p:ph idx="20"/>
          </p:nvPr>
        </p:nvSpPr>
        <p:spPr>
          <a:xfrm>
            <a:off x="2195736" y="2150900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26" name="Pladsholder til billede 2"/>
          <p:cNvSpPr>
            <a:spLocks noGrp="1"/>
          </p:cNvSpPr>
          <p:nvPr>
            <p:ph type="pic" idx="21"/>
          </p:nvPr>
        </p:nvSpPr>
        <p:spPr>
          <a:xfrm>
            <a:off x="469914" y="4077104"/>
            <a:ext cx="1512168" cy="122413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27" name="Pladsholder til indhold 2"/>
          <p:cNvSpPr>
            <a:spLocks noGrp="1"/>
          </p:cNvSpPr>
          <p:nvPr>
            <p:ph idx="22"/>
          </p:nvPr>
        </p:nvSpPr>
        <p:spPr>
          <a:xfrm>
            <a:off x="2223858" y="4077104"/>
            <a:ext cx="6491064" cy="172816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 marL="85725" indent="0" algn="just">
              <a:lnSpc>
                <a:spcPct val="150000"/>
              </a:lnSpc>
              <a:buNone/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pic>
        <p:nvPicPr>
          <p:cNvPr id="18" name="Billed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8169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431448" y="260648"/>
            <a:ext cx="8280920" cy="475252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67544" y="5229200"/>
            <a:ext cx="835292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57631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431448" y="260648"/>
            <a:ext cx="8280920" cy="475252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67544" y="5229200"/>
            <a:ext cx="835292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53A1B1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29691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431448" y="260648"/>
            <a:ext cx="8280920" cy="475252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67544" y="5229200"/>
            <a:ext cx="835292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79B57F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2969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431448" y="260648"/>
            <a:ext cx="8280920" cy="475252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67544" y="5229200"/>
            <a:ext cx="835292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B52933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2969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431448" y="260648"/>
            <a:ext cx="8280920" cy="475252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67544" y="5229200"/>
            <a:ext cx="835292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sp>
        <p:nvSpPr>
          <p:cNvPr id="8" name="Rektangel 7"/>
          <p:cNvSpPr/>
          <p:nvPr userDrawn="1"/>
        </p:nvSpPr>
        <p:spPr>
          <a:xfrm>
            <a:off x="-4832" y="5805264"/>
            <a:ext cx="9144000" cy="1080120"/>
          </a:xfrm>
          <a:prstGeom prst="rect">
            <a:avLst/>
          </a:prstGeom>
          <a:solidFill>
            <a:srgbClr val="613C8D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               </a:t>
            </a:r>
          </a:p>
        </p:txBody>
      </p: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5923175"/>
            <a:ext cx="2232248" cy="84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29691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F210D-F596-4EFF-8595-A055D7084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F16AC-EC15-40C9-8A72-57D50C67B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EE17B-3CA0-4729-8D78-22AF35D21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74379F-A27A-4064-9FBF-A0CBF580D62B}" type="slidenum">
              <a:rPr lang="da-DK" altLang="da-DK"/>
              <a:pPr>
                <a:defRPr/>
              </a:pPr>
              <a:t>‹#›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260328143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013" y="301625"/>
            <a:ext cx="7313612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223FA-48BF-4749-9054-B5E067B2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5379EA-D86E-4878-877E-1DB321D73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B6E03E-4708-4B5B-BB67-BB2C9583E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EF2202-5AD7-4CD5-A584-EBA56D7C82C7}" type="slidenum">
              <a:rPr lang="da-DK" altLang="da-DK"/>
              <a:pPr>
                <a:defRPr/>
              </a:pPr>
              <a:t>‹#›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1173674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1061532" y="548616"/>
            <a:ext cx="7110948" cy="90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 dirty="0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1061532" y="1808784"/>
            <a:ext cx="7110948" cy="43173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 dirty="0"/>
              <a:t>Klik for at redigere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8" name="Line 49"/>
          <p:cNvSpPr>
            <a:spLocks noChangeShapeType="1"/>
          </p:cNvSpPr>
          <p:nvPr userDrawn="1"/>
        </p:nvSpPr>
        <p:spPr bwMode="auto">
          <a:xfrm>
            <a:off x="467544" y="6237312"/>
            <a:ext cx="3456384" cy="0"/>
          </a:xfrm>
          <a:prstGeom prst="line">
            <a:avLst/>
          </a:prstGeom>
          <a:ln w="28575">
            <a:solidFill>
              <a:schemeClr val="bg1"/>
            </a:solidFill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06280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2" r:id="rId2"/>
    <p:sldLayoutId id="2147483673" r:id="rId3"/>
    <p:sldLayoutId id="2147483674" r:id="rId4"/>
    <p:sldLayoutId id="2147483675" r:id="rId5"/>
    <p:sldLayoutId id="2147483660" r:id="rId6"/>
    <p:sldLayoutId id="2147483676" r:id="rId7"/>
    <p:sldLayoutId id="2147483677" r:id="rId8"/>
    <p:sldLayoutId id="2147483678" r:id="rId9"/>
    <p:sldLayoutId id="2147483679" r:id="rId10"/>
    <p:sldLayoutId id="2147483667" r:id="rId11"/>
    <p:sldLayoutId id="2147483665" r:id="rId12"/>
    <p:sldLayoutId id="2147483670" r:id="rId13"/>
    <p:sldLayoutId id="2147483671" r:id="rId14"/>
    <p:sldLayoutId id="2147483650" r:id="rId15"/>
    <p:sldLayoutId id="2147483652" r:id="rId16"/>
    <p:sldLayoutId id="2147483680" r:id="rId17"/>
    <p:sldLayoutId id="2147483666" r:id="rId18"/>
    <p:sldLayoutId id="2147483681" r:id="rId19"/>
    <p:sldLayoutId id="2147483682" r:id="rId20"/>
    <p:sldLayoutId id="2147483664" r:id="rId21"/>
    <p:sldLayoutId id="2147483707" r:id="rId22"/>
    <p:sldLayoutId id="2147483708" r:id="rId23"/>
    <p:sldLayoutId id="2147483709" r:id="rId24"/>
    <p:sldLayoutId id="2147483710" r:id="rId25"/>
    <p:sldLayoutId id="2147483700" r:id="rId26"/>
    <p:sldLayoutId id="2147483711" r:id="rId27"/>
    <p:sldLayoutId id="2147483712" r:id="rId28"/>
    <p:sldLayoutId id="2147483713" r:id="rId29"/>
    <p:sldLayoutId id="2147483714" r:id="rId30"/>
    <p:sldLayoutId id="2147483663" r:id="rId31"/>
    <p:sldLayoutId id="2147483687" r:id="rId32"/>
    <p:sldLayoutId id="2147483688" r:id="rId33"/>
    <p:sldLayoutId id="2147483689" r:id="rId34"/>
    <p:sldLayoutId id="2147483690" r:id="rId35"/>
    <p:sldLayoutId id="2147483662" r:id="rId36"/>
    <p:sldLayoutId id="2147483696" r:id="rId37"/>
    <p:sldLayoutId id="2147483697" r:id="rId38"/>
    <p:sldLayoutId id="2147483698" r:id="rId39"/>
    <p:sldLayoutId id="2147483699" r:id="rId40"/>
    <p:sldLayoutId id="2147483715" r:id="rId41"/>
    <p:sldLayoutId id="2147483716" r:id="rId4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Lucida Sans" panose="020B0602030504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Lucida Sans" panose="020B0602030504020204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Char char="–"/>
        <a:defRPr sz="1800" b="1" kern="1200">
          <a:solidFill>
            <a:schemeClr val="tx1"/>
          </a:solidFill>
          <a:latin typeface="Lucida Sans" panose="020B0602030504020204" pitchFamily="34" charset="0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None/>
        <a:defRPr sz="1800" b="0" kern="1200">
          <a:solidFill>
            <a:schemeClr val="tx1"/>
          </a:solidFill>
          <a:latin typeface="Lucida Sans" panose="020B0602030504020204" pitchFamily="34" charset="0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Lucida Sans" panose="020B0602030504020204" pitchFamily="34" charset="0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None/>
        <a:defRPr sz="1400" kern="1200">
          <a:solidFill>
            <a:schemeClr val="bg1">
              <a:lumMod val="50000"/>
            </a:schemeClr>
          </a:solidFill>
          <a:latin typeface="Lucida Sans" panose="020B06020305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1460" y="1448736"/>
            <a:ext cx="8101080" cy="3240432"/>
          </a:xfrm>
        </p:spPr>
        <p:txBody>
          <a:bodyPr>
            <a:noAutofit/>
          </a:bodyPr>
          <a:lstStyle/>
          <a:p>
            <a:pPr algn="ctr"/>
            <a:r>
              <a:rPr lang="da-DK" sz="4800" dirty="0"/>
              <a:t>Z-</a:t>
            </a:r>
            <a:r>
              <a:rPr lang="da-DK" sz="4800" dirty="0" err="1"/>
              <a:t>scale</a:t>
            </a:r>
            <a:endParaRPr lang="da-DK" sz="4800" dirty="0"/>
          </a:p>
        </p:txBody>
      </p:sp>
    </p:spTree>
    <p:extLst>
      <p:ext uri="{BB962C8B-B14F-4D97-AF65-F5344CB8AC3E}">
        <p14:creationId xmlns:p14="http://schemas.microsoft.com/office/powerpoint/2010/main" val="1753787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F144B-3AD9-DBD0-BB36-3250D6CD2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z-scale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DFD76-756F-494D-AA58-23BA6F92EEE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A Z-scaled system typically has: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partition key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Something you can deterministically route 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Examples: </a:t>
            </a:r>
            <a:r>
              <a:rPr lang="en-US" dirty="0" err="1"/>
              <a:t>userId</a:t>
            </a:r>
            <a:r>
              <a:rPr lang="en-US" dirty="0"/>
              <a:t>, </a:t>
            </a:r>
            <a:r>
              <a:rPr lang="en-US" dirty="0" err="1"/>
              <a:t>customerId</a:t>
            </a:r>
            <a:r>
              <a:rPr lang="en-US" dirty="0"/>
              <a:t>, region, </a:t>
            </a:r>
            <a:r>
              <a:rPr lang="en-US" dirty="0" err="1"/>
              <a:t>accountNumber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Exclusive ownership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One partition/node is responsible for a given piece of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Locality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Reads and writes usually hit one node only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Cross-partition operations are minimized or handled asynchronously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938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B298B-160F-82FF-58EE-611709687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What</a:t>
            </a:r>
            <a:r>
              <a:rPr lang="da-DK" dirty="0"/>
              <a:t> is </a:t>
            </a:r>
            <a:r>
              <a:rPr lang="da-DK" dirty="0" err="1"/>
              <a:t>meaning</a:t>
            </a:r>
            <a:r>
              <a:rPr lang="da-DK" dirty="0"/>
              <a:t> of z-</a:t>
            </a:r>
            <a:r>
              <a:rPr lang="da-DK" dirty="0" err="1"/>
              <a:t>scale</a:t>
            </a:r>
            <a:r>
              <a:rPr lang="da-DK" dirty="0"/>
              <a:t>?</a:t>
            </a:r>
            <a:endParaRPr lang="en-D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D21744-99C2-87DB-578F-CEE523976AE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Z-</a:t>
            </a:r>
            <a:r>
              <a:rPr lang="da-DK" dirty="0" err="1"/>
              <a:t>scaling</a:t>
            </a:r>
            <a:r>
              <a:rPr lang="da-DK" dirty="0"/>
              <a:t> (</a:t>
            </a:r>
            <a:r>
              <a:rPr lang="da-DK" dirty="0" err="1"/>
              <a:t>also</a:t>
            </a:r>
            <a:r>
              <a:rPr lang="da-DK" dirty="0"/>
              <a:t> </a:t>
            </a:r>
            <a:r>
              <a:rPr lang="da-DK" dirty="0" err="1"/>
              <a:t>called</a:t>
            </a:r>
            <a:r>
              <a:rPr lang="da-DK" dirty="0"/>
              <a:t> data </a:t>
            </a:r>
            <a:r>
              <a:rPr lang="da-DK" dirty="0" err="1"/>
              <a:t>partitioning</a:t>
            </a:r>
            <a:r>
              <a:rPr lang="da-DK" dirty="0"/>
              <a:t> or </a:t>
            </a:r>
            <a:r>
              <a:rPr lang="da-DK" dirty="0" err="1"/>
              <a:t>sharding</a:t>
            </a:r>
            <a:r>
              <a:rPr lang="da-DK" dirty="0"/>
              <a:t>) </a:t>
            </a:r>
            <a:r>
              <a:rPr lang="da-DK" dirty="0" err="1"/>
              <a:t>means</a:t>
            </a:r>
            <a:r>
              <a:rPr lang="da-DK" dirty="0"/>
              <a:t>:</a:t>
            </a:r>
          </a:p>
          <a:p>
            <a:r>
              <a:rPr lang="da-DK" dirty="0"/>
              <a:t>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scale</a:t>
            </a:r>
            <a:r>
              <a:rPr lang="da-DK" dirty="0"/>
              <a:t> the system by </a:t>
            </a:r>
            <a:r>
              <a:rPr lang="da-DK" dirty="0" err="1"/>
              <a:t>dividing</a:t>
            </a:r>
            <a:r>
              <a:rPr lang="da-DK" dirty="0"/>
              <a:t> the data set </a:t>
            </a:r>
            <a:r>
              <a:rPr lang="da-DK" dirty="0" err="1"/>
              <a:t>into</a:t>
            </a:r>
            <a:r>
              <a:rPr lang="da-DK" dirty="0"/>
              <a:t> independent partitions and routing </a:t>
            </a:r>
            <a:r>
              <a:rPr lang="da-DK" dirty="0" err="1"/>
              <a:t>each</a:t>
            </a:r>
            <a:r>
              <a:rPr lang="da-DK" dirty="0"/>
              <a:t> </a:t>
            </a:r>
            <a:r>
              <a:rPr lang="da-DK" dirty="0" err="1"/>
              <a:t>request</a:t>
            </a:r>
            <a:r>
              <a:rPr lang="da-DK" dirty="0"/>
              <a:t> to the node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owns</a:t>
            </a:r>
            <a:r>
              <a:rPr lang="da-DK" dirty="0"/>
              <a:t> the relevant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a-DK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 err="1"/>
              <a:t>Each</a:t>
            </a:r>
            <a:r>
              <a:rPr lang="da-DK" dirty="0"/>
              <a:t> node: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a-DK" dirty="0"/>
              <a:t>Stores </a:t>
            </a:r>
            <a:r>
              <a:rPr lang="da-DK" dirty="0" err="1"/>
              <a:t>only</a:t>
            </a:r>
            <a:r>
              <a:rPr lang="da-DK" dirty="0"/>
              <a:t> part of the total 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a-DK" dirty="0"/>
              <a:t>Handles </a:t>
            </a:r>
            <a:r>
              <a:rPr lang="da-DK" dirty="0" err="1"/>
              <a:t>only</a:t>
            </a:r>
            <a:r>
              <a:rPr lang="da-DK" dirty="0"/>
              <a:t> </a:t>
            </a:r>
            <a:r>
              <a:rPr lang="da-DK" dirty="0" err="1"/>
              <a:t>requests</a:t>
            </a:r>
            <a:r>
              <a:rPr lang="da-DK" dirty="0"/>
              <a:t> for </a:t>
            </a:r>
            <a:r>
              <a:rPr lang="da-DK" dirty="0" err="1"/>
              <a:t>that</a:t>
            </a:r>
            <a:r>
              <a:rPr lang="da-DK" dirty="0"/>
              <a:t> part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a-DK" dirty="0"/>
              <a:t>Can </a:t>
            </a:r>
            <a:r>
              <a:rPr lang="da-DK" dirty="0" err="1"/>
              <a:t>often</a:t>
            </a:r>
            <a:r>
              <a:rPr lang="da-DK" dirty="0"/>
              <a:t> </a:t>
            </a:r>
            <a:r>
              <a:rPr lang="da-DK" dirty="0" err="1"/>
              <a:t>operate</a:t>
            </a:r>
            <a:r>
              <a:rPr lang="da-DK" dirty="0"/>
              <a:t> </a:t>
            </a:r>
            <a:r>
              <a:rPr lang="da-DK" dirty="0" err="1"/>
              <a:t>without</a:t>
            </a:r>
            <a:r>
              <a:rPr lang="da-DK" dirty="0"/>
              <a:t> </a:t>
            </a:r>
            <a:r>
              <a:rPr lang="da-DK" dirty="0" err="1"/>
              <a:t>coordinating</a:t>
            </a:r>
            <a:r>
              <a:rPr lang="da-DK" dirty="0"/>
              <a:t> with </a:t>
            </a:r>
            <a:r>
              <a:rPr lang="da-DK" dirty="0" err="1"/>
              <a:t>other</a:t>
            </a:r>
            <a:r>
              <a:rPr lang="da-DK" dirty="0"/>
              <a:t> nodes</a:t>
            </a:r>
          </a:p>
        </p:txBody>
      </p:sp>
    </p:spTree>
    <p:extLst>
      <p:ext uri="{BB962C8B-B14F-4D97-AF65-F5344CB8AC3E}">
        <p14:creationId xmlns:p14="http://schemas.microsoft.com/office/powerpoint/2010/main" val="3760259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10351-80B4-F3E7-25B5-100272BC8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Z-scale - visual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A3BDC2-3263-D755-869A-D1B6F928A86C}"/>
              </a:ext>
            </a:extLst>
          </p:cNvPr>
          <p:cNvSpPr/>
          <p:nvPr/>
        </p:nvSpPr>
        <p:spPr>
          <a:xfrm>
            <a:off x="3671880" y="1898796"/>
            <a:ext cx="1350180" cy="540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Reception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36DFF8C-02AC-9E7E-1223-3E987D125D99}"/>
              </a:ext>
            </a:extLst>
          </p:cNvPr>
          <p:cNvGrpSpPr/>
          <p:nvPr/>
        </p:nvGrpSpPr>
        <p:grpSpPr>
          <a:xfrm>
            <a:off x="1421580" y="2769611"/>
            <a:ext cx="1350180" cy="2465133"/>
            <a:chOff x="1421580" y="2708904"/>
            <a:chExt cx="1350180" cy="246513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3EBF70D-9E1D-960B-5636-A0F3695BD5D3}"/>
                </a:ext>
              </a:extLst>
            </p:cNvPr>
            <p:cNvSpPr/>
            <p:nvPr/>
          </p:nvSpPr>
          <p:spPr>
            <a:xfrm>
              <a:off x="1421580" y="2708904"/>
              <a:ext cx="1350180" cy="54007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Logic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C645B34-0425-BDEF-F9EE-09E4269653F4}"/>
                </a:ext>
              </a:extLst>
            </p:cNvPr>
            <p:cNvSpPr/>
            <p:nvPr/>
          </p:nvSpPr>
          <p:spPr>
            <a:xfrm>
              <a:off x="1421580" y="3650461"/>
              <a:ext cx="1350180" cy="54007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DataAccess</a:t>
              </a:r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82E048-B08B-43B7-C296-1C9A8CF526D3}"/>
                </a:ext>
              </a:extLst>
            </p:cNvPr>
            <p:cNvSpPr/>
            <p:nvPr/>
          </p:nvSpPr>
          <p:spPr>
            <a:xfrm>
              <a:off x="1421580" y="4633965"/>
              <a:ext cx="1350180" cy="54007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Data A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8061A49-A81D-B534-3AB2-6B3265BE73BB}"/>
                </a:ext>
              </a:extLst>
            </p:cNvPr>
            <p:cNvCxnSpPr>
              <a:stCxn id="5" idx="2"/>
              <a:endCxn id="6" idx="0"/>
            </p:cNvCxnSpPr>
            <p:nvPr/>
          </p:nvCxnSpPr>
          <p:spPr>
            <a:xfrm>
              <a:off x="2096670" y="3248976"/>
              <a:ext cx="0" cy="4014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BA06CD6-852E-4676-6F17-47EB933F45F3}"/>
                </a:ext>
              </a:extLst>
            </p:cNvPr>
            <p:cNvCxnSpPr>
              <a:stCxn id="6" idx="2"/>
              <a:endCxn id="7" idx="0"/>
            </p:cNvCxnSpPr>
            <p:nvPr/>
          </p:nvCxnSpPr>
          <p:spPr>
            <a:xfrm>
              <a:off x="2096670" y="4190533"/>
              <a:ext cx="0" cy="4434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C1D84D8-D36B-2461-1C53-338AA87AC783}"/>
              </a:ext>
            </a:extLst>
          </p:cNvPr>
          <p:cNvGrpSpPr/>
          <p:nvPr/>
        </p:nvGrpSpPr>
        <p:grpSpPr>
          <a:xfrm>
            <a:off x="3671880" y="2769611"/>
            <a:ext cx="1350180" cy="2465133"/>
            <a:chOff x="1421580" y="2708904"/>
            <a:chExt cx="1350180" cy="246513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CD44235-8FF5-2DF0-FF57-267D96FF75E0}"/>
                </a:ext>
              </a:extLst>
            </p:cNvPr>
            <p:cNvSpPr/>
            <p:nvPr/>
          </p:nvSpPr>
          <p:spPr>
            <a:xfrm>
              <a:off x="1421580" y="2708904"/>
              <a:ext cx="1350180" cy="54007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Logic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2D4AA93-6D15-5775-FEDC-6617FDE9834B}"/>
                </a:ext>
              </a:extLst>
            </p:cNvPr>
            <p:cNvSpPr/>
            <p:nvPr/>
          </p:nvSpPr>
          <p:spPr>
            <a:xfrm>
              <a:off x="1421580" y="3650461"/>
              <a:ext cx="1350180" cy="54007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DataAccess</a:t>
              </a:r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233C3AA-5C81-A268-3A69-280001DBB58E}"/>
                </a:ext>
              </a:extLst>
            </p:cNvPr>
            <p:cNvSpPr/>
            <p:nvPr/>
          </p:nvSpPr>
          <p:spPr>
            <a:xfrm>
              <a:off x="1421580" y="4633965"/>
              <a:ext cx="1350180" cy="54007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Data B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724A9AB-55B9-1BB0-7B62-DA22151FBF96}"/>
                </a:ext>
              </a:extLst>
            </p:cNvPr>
            <p:cNvCxnSpPr>
              <a:stCxn id="14" idx="2"/>
              <a:endCxn id="15" idx="0"/>
            </p:cNvCxnSpPr>
            <p:nvPr/>
          </p:nvCxnSpPr>
          <p:spPr>
            <a:xfrm>
              <a:off x="2096670" y="3248976"/>
              <a:ext cx="0" cy="4014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AFC84FE-6A86-B6E4-8AD4-69C618C26925}"/>
                </a:ext>
              </a:extLst>
            </p:cNvPr>
            <p:cNvCxnSpPr>
              <a:stCxn id="15" idx="2"/>
              <a:endCxn id="16" idx="0"/>
            </p:cNvCxnSpPr>
            <p:nvPr/>
          </p:nvCxnSpPr>
          <p:spPr>
            <a:xfrm>
              <a:off x="2096670" y="4190533"/>
              <a:ext cx="0" cy="4434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4785B0D-A443-DD64-9334-08D1E1D8D4EC}"/>
              </a:ext>
            </a:extLst>
          </p:cNvPr>
          <p:cNvGrpSpPr/>
          <p:nvPr/>
        </p:nvGrpSpPr>
        <p:grpSpPr>
          <a:xfrm>
            <a:off x="5943855" y="2769611"/>
            <a:ext cx="1350180" cy="2465133"/>
            <a:chOff x="1421580" y="2708904"/>
            <a:chExt cx="1350180" cy="246513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174FF96-0E83-DE91-FBF9-BF48E0CCF74C}"/>
                </a:ext>
              </a:extLst>
            </p:cNvPr>
            <p:cNvSpPr/>
            <p:nvPr/>
          </p:nvSpPr>
          <p:spPr>
            <a:xfrm>
              <a:off x="1421580" y="2708904"/>
              <a:ext cx="1350180" cy="54007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Logic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6C30365-2880-4132-32DF-A04CBBBDF1A3}"/>
                </a:ext>
              </a:extLst>
            </p:cNvPr>
            <p:cNvSpPr/>
            <p:nvPr/>
          </p:nvSpPr>
          <p:spPr>
            <a:xfrm>
              <a:off x="1421580" y="3650461"/>
              <a:ext cx="1350180" cy="54007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DataAccess</a:t>
              </a:r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63B4FBF-55EC-C661-8B03-407F5D5CA89A}"/>
                </a:ext>
              </a:extLst>
            </p:cNvPr>
            <p:cNvSpPr/>
            <p:nvPr/>
          </p:nvSpPr>
          <p:spPr>
            <a:xfrm>
              <a:off x="1421580" y="4633965"/>
              <a:ext cx="1350180" cy="54007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Data C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25EDB97D-B61C-A88A-F249-23C4E575C2CA}"/>
                </a:ext>
              </a:extLst>
            </p:cNvPr>
            <p:cNvCxnSpPr>
              <a:stCxn id="20" idx="2"/>
              <a:endCxn id="21" idx="0"/>
            </p:cNvCxnSpPr>
            <p:nvPr/>
          </p:nvCxnSpPr>
          <p:spPr>
            <a:xfrm>
              <a:off x="2096670" y="3248976"/>
              <a:ext cx="0" cy="4014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F0366523-E289-54A0-F803-628E4AD3B20F}"/>
                </a:ext>
              </a:extLst>
            </p:cNvPr>
            <p:cNvCxnSpPr>
              <a:stCxn id="21" idx="2"/>
              <a:endCxn id="22" idx="0"/>
            </p:cNvCxnSpPr>
            <p:nvPr/>
          </p:nvCxnSpPr>
          <p:spPr>
            <a:xfrm>
              <a:off x="2096670" y="4190533"/>
              <a:ext cx="0" cy="4434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247D6ED-8143-6C3E-0FF0-5A291BF444C0}"/>
              </a:ext>
            </a:extLst>
          </p:cNvPr>
          <p:cNvCxnSpPr>
            <a:stCxn id="4" idx="2"/>
          </p:cNvCxnSpPr>
          <p:nvPr/>
        </p:nvCxnSpPr>
        <p:spPr>
          <a:xfrm flipH="1">
            <a:off x="2681748" y="2438868"/>
            <a:ext cx="1665222" cy="330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59546DE-0B8D-D96F-1B85-9E2E62335212}"/>
              </a:ext>
            </a:extLst>
          </p:cNvPr>
          <p:cNvCxnSpPr>
            <a:stCxn id="4" idx="2"/>
            <a:endCxn id="14" idx="0"/>
          </p:cNvCxnSpPr>
          <p:nvPr/>
        </p:nvCxnSpPr>
        <p:spPr>
          <a:xfrm>
            <a:off x="4346970" y="2438868"/>
            <a:ext cx="0" cy="330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91E923A-22C6-156C-4C45-B1D3036C7A81}"/>
              </a:ext>
            </a:extLst>
          </p:cNvPr>
          <p:cNvCxnSpPr>
            <a:stCxn id="4" idx="2"/>
            <a:endCxn id="20" idx="0"/>
          </p:cNvCxnSpPr>
          <p:nvPr/>
        </p:nvCxnSpPr>
        <p:spPr>
          <a:xfrm>
            <a:off x="4346970" y="2438868"/>
            <a:ext cx="2271975" cy="330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97ACAE7-BD7B-AC1F-3ED2-F2DD4002EEF6}"/>
              </a:ext>
            </a:extLst>
          </p:cNvPr>
          <p:cNvCxnSpPr/>
          <p:nvPr/>
        </p:nvCxnSpPr>
        <p:spPr>
          <a:xfrm>
            <a:off x="3221820" y="2888928"/>
            <a:ext cx="0" cy="207578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41B4952-028D-D012-6892-51D13C6EDFA2}"/>
              </a:ext>
            </a:extLst>
          </p:cNvPr>
          <p:cNvCxnSpPr/>
          <p:nvPr/>
        </p:nvCxnSpPr>
        <p:spPr>
          <a:xfrm>
            <a:off x="5476303" y="2979921"/>
            <a:ext cx="0" cy="207578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7721772"/>
      </p:ext>
    </p:extLst>
  </p:cSld>
  <p:clrMapOvr>
    <a:masterClrMapping/>
  </p:clrMapOvr>
</p:sld>
</file>

<file path=ppt/theme/theme1.xml><?xml version="1.0" encoding="utf-8"?>
<a:theme xmlns:a="http://schemas.openxmlformats.org/drawingml/2006/main" name="Kontortema">
  <a:themeElements>
    <a:clrScheme name="Brugerdefineret 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2060"/>
      </a:hlink>
      <a:folHlink>
        <a:srgbClr val="00206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7133A24E69C6E41AAC757A5EE7EA4CE" ma:contentTypeVersion="0" ma:contentTypeDescription="Opret et nyt dokument." ma:contentTypeScope="" ma:versionID="770393eef86d7b4bef4bb0f2e561853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c504b555cbc0eb2a32092f08c35baad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3C4D403-FD8F-406A-9EDF-320652EB29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F51F44B-3034-4740-95C2-985891052F7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6ED8E34-367B-40C1-A70A-5C846428003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4109</TotalTime>
  <Words>141</Words>
  <Application>Microsoft Macintosh PowerPoint</Application>
  <PresentationFormat>On-screen Show (4:3)</PresentationFormat>
  <Paragraphs>34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Lucida Sans</vt:lpstr>
      <vt:lpstr>Kontortema</vt:lpstr>
      <vt:lpstr>PowerPoint Presentation</vt:lpstr>
      <vt:lpstr>When to z-scale</vt:lpstr>
      <vt:lpstr>What is meaning of z-scale?</vt:lpstr>
      <vt:lpstr>Z-scale - visual</vt:lpstr>
    </vt:vector>
  </TitlesOfParts>
  <Company>EFIF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Henrik Varmark (Marketingchef – eaaa.dk)</dc:creator>
  <cp:lastModifiedBy>Ole Eriksen (lektor – oler@eaaa.dk)</cp:lastModifiedBy>
  <cp:revision>155</cp:revision>
  <cp:lastPrinted>2014-02-11T13:26:00Z</cp:lastPrinted>
  <dcterms:created xsi:type="dcterms:W3CDTF">2014-02-11T09:21:34Z</dcterms:created>
  <dcterms:modified xsi:type="dcterms:W3CDTF">2026-03-03T10:27:25Z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0x01010097133A24E69C6E41AAC757A5EE7EA4CE</vt:lpwstr>
  </property>
</Properties>
</file>